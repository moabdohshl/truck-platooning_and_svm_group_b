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87" r:id="rId1"/>
  </p:sldMasterIdLst>
  <p:sldIdLst>
    <p:sldId id="256" r:id="rId2"/>
    <p:sldId id="270" r:id="rId3"/>
    <p:sldId id="257" r:id="rId4"/>
    <p:sldId id="258" r:id="rId5"/>
    <p:sldId id="260" r:id="rId6"/>
    <p:sldId id="261" r:id="rId7"/>
    <p:sldId id="266" r:id="rId8"/>
    <p:sldId id="262" r:id="rId9"/>
    <p:sldId id="263" r:id="rId10"/>
    <p:sldId id="264" r:id="rId11"/>
    <p:sldId id="265" r:id="rId12"/>
    <p:sldId id="267" r:id="rId13"/>
    <p:sldId id="268" r:id="rId14"/>
    <p:sldId id="269" r:id="rId15"/>
    <p:sldId id="259" r:id="rId1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1" d="100"/>
          <a:sy n="31" d="100"/>
        </p:scale>
        <p:origin x="44" y="164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6/23/2025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4332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6/23/2025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156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86" r:id="rId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2.png"/><Relationship Id="rId4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stock.adobe.com/de/images/futuristic-trucks-fleet-on-highway-with-full-self-driving-system-activated-for-transportation-autonomy-concepts-as-wide-banner-with-copy-space-area-generative-ai/587092557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41" name="Rectangle 1140">
            <a:extLst>
              <a:ext uri="{FF2B5EF4-FFF2-40B4-BE49-F238E27FC236}">
                <a16:creationId xmlns:a16="http://schemas.microsoft.com/office/drawing/2014/main" id="{BF8BE9A2-8956-141B-BFE6-C607C93D8A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37A6B9-439C-078A-CA66-9D3A4FF99B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1734" y="4837132"/>
            <a:ext cx="4974422" cy="1615684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sz="3600" b="1" kern="12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Truck Platooning &amp; SVM Implementation</a:t>
            </a:r>
          </a:p>
        </p:txBody>
      </p:sp>
      <p:pic>
        <p:nvPicPr>
          <p:cNvPr id="1044" name="Picture 20" descr="Smart tyres, smart infrastructure - Tyrepress">
            <a:extLst>
              <a:ext uri="{FF2B5EF4-FFF2-40B4-BE49-F238E27FC236}">
                <a16:creationId xmlns:a16="http://schemas.microsoft.com/office/drawing/2014/main" id="{71ED1389-C8EB-759F-2465-10AB795F6F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41" r="10408" b="-1"/>
          <a:stretch>
            <a:fillRect/>
          </a:stretch>
        </p:blipFill>
        <p:spPr bwMode="auto">
          <a:xfrm>
            <a:off x="20" y="10"/>
            <a:ext cx="12191980" cy="4557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F1EFDA29-1999-BBA3-1089-A17EB050E1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19333" y="4837132"/>
            <a:ext cx="5753567" cy="1615684"/>
          </a:xfrm>
        </p:spPr>
        <p:txBody>
          <a:bodyPr vert="horz" lIns="91440" tIns="45720" rIns="91440" bIns="45720" rtlCol="0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1700" b="1" dirty="0">
                <a:solidFill>
                  <a:srgbClr val="002060"/>
                </a:solidFill>
              </a:rPr>
              <a:t>By Group (B):</a:t>
            </a:r>
          </a:p>
          <a:p>
            <a:pPr indent="-22860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700" dirty="0"/>
              <a:t>Mohamed Abdo</a:t>
            </a:r>
          </a:p>
          <a:p>
            <a:pPr indent="-22860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700" dirty="0"/>
              <a:t>Arrya</a:t>
            </a:r>
          </a:p>
          <a:p>
            <a:pPr indent="-22860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700" dirty="0"/>
              <a:t>Mustafa Qaiser</a:t>
            </a:r>
          </a:p>
        </p:txBody>
      </p:sp>
    </p:spTree>
    <p:extLst>
      <p:ext uri="{BB962C8B-B14F-4D97-AF65-F5344CB8AC3E}">
        <p14:creationId xmlns:p14="http://schemas.microsoft.com/office/powerpoint/2010/main" val="26251784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7329988-FFDF-454D-3162-2E365D8048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E3B493-6669-0740-F505-F6B0E01F92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8853" y="548643"/>
            <a:ext cx="7437008" cy="3635797"/>
          </a:xfrm>
        </p:spPr>
        <p:txBody>
          <a:bodyPr anchor="t">
            <a:normAutofit/>
          </a:bodyPr>
          <a:lstStyle/>
          <a:p>
            <a:pPr algn="l"/>
            <a:r>
              <a:rPr lang="de-DE" sz="7000" dirty="0"/>
              <a:t>Motivation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D5011A-561E-6361-5134-63C7241B8C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3544" y="4453813"/>
            <a:ext cx="6655522" cy="1545336"/>
          </a:xfrm>
        </p:spPr>
        <p:txBody>
          <a:bodyPr anchor="b">
            <a:normAutofit/>
          </a:bodyPr>
          <a:lstStyle/>
          <a:p>
            <a:pPr algn="l"/>
            <a:endParaRPr lang="de-DE" sz="2200"/>
          </a:p>
        </p:txBody>
      </p:sp>
    </p:spTree>
    <p:extLst>
      <p:ext uri="{BB962C8B-B14F-4D97-AF65-F5344CB8AC3E}">
        <p14:creationId xmlns:p14="http://schemas.microsoft.com/office/powerpoint/2010/main" val="1038023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7329988-FFDF-454D-3162-2E365D8048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179BAD-AD8A-2C29-F8BC-D9FAA8359E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8853" y="548643"/>
            <a:ext cx="7437008" cy="3635797"/>
          </a:xfrm>
        </p:spPr>
        <p:txBody>
          <a:bodyPr anchor="t">
            <a:normAutofit/>
          </a:bodyPr>
          <a:lstStyle/>
          <a:p>
            <a:pPr algn="l"/>
            <a:r>
              <a:rPr lang="de-DE" sz="7000" dirty="0"/>
              <a:t>Scenario(1)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8083BD-F4AA-2E43-A511-15A2EEAB9D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3544" y="4453813"/>
            <a:ext cx="6655522" cy="1545336"/>
          </a:xfrm>
        </p:spPr>
        <p:txBody>
          <a:bodyPr anchor="b">
            <a:normAutofit/>
          </a:bodyPr>
          <a:lstStyle/>
          <a:p>
            <a:pPr algn="l"/>
            <a:r>
              <a:rPr lang="de-DE" sz="2200" dirty="0"/>
              <a:t> </a:t>
            </a:r>
          </a:p>
        </p:txBody>
      </p:sp>
      <p:pic>
        <p:nvPicPr>
          <p:cNvPr id="4" name="20250623-0847-37.5998147">
            <a:hlinkClick r:id="" action="ppaction://media"/>
            <a:extLst>
              <a:ext uri="{FF2B5EF4-FFF2-40B4-BE49-F238E27FC236}">
                <a16:creationId xmlns:a16="http://schemas.microsoft.com/office/drawing/2014/main" id="{14454B92-A431-113F-922A-54E8E0F7BF95}"/>
              </a:ext>
            </a:extLst>
          </p:cNvPr>
          <p:cNvPicPr>
            <a:picLocks noChangeAspect="1"/>
          </p:cNvPicPr>
          <p:nvPr>
            <a:videoFile r:link="rId2"/>
            <p:custDataLst>
              <p:tags r:id="rId3"/>
            </p:custDataLst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3882410" y="1408239"/>
            <a:ext cx="7213311" cy="4041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2962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029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7329988-FFDF-454D-3162-2E365D8048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8707E6-B0CA-BC81-534E-204FBA4CFB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8853" y="548643"/>
            <a:ext cx="7437008" cy="3635797"/>
          </a:xfrm>
        </p:spPr>
        <p:txBody>
          <a:bodyPr anchor="t">
            <a:normAutofit/>
          </a:bodyPr>
          <a:lstStyle/>
          <a:p>
            <a:pPr algn="l"/>
            <a:r>
              <a:rPr lang="de-DE" sz="7000" dirty="0"/>
              <a:t>Scenario(2)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AB2E98-5B19-0FEC-D5B1-BB804833F6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3544" y="4453813"/>
            <a:ext cx="6655522" cy="1545336"/>
          </a:xfrm>
        </p:spPr>
        <p:txBody>
          <a:bodyPr anchor="b">
            <a:normAutofit/>
          </a:bodyPr>
          <a:lstStyle/>
          <a:p>
            <a:pPr algn="l"/>
            <a:endParaRPr lang="de-DE" sz="2200"/>
          </a:p>
        </p:txBody>
      </p:sp>
    </p:spTree>
    <p:extLst>
      <p:ext uri="{BB962C8B-B14F-4D97-AF65-F5344CB8AC3E}">
        <p14:creationId xmlns:p14="http://schemas.microsoft.com/office/powerpoint/2010/main" val="1518816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7329988-FFDF-454D-3162-2E365D8048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303F17-6D63-2778-DA8D-80C4135998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8853" y="548643"/>
            <a:ext cx="7437008" cy="3635797"/>
          </a:xfrm>
        </p:spPr>
        <p:txBody>
          <a:bodyPr anchor="t">
            <a:normAutofit/>
          </a:bodyPr>
          <a:lstStyle/>
          <a:p>
            <a:pPr algn="l"/>
            <a:r>
              <a:rPr lang="de-DE" sz="7000" dirty="0"/>
              <a:t>Scenario(3)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061824-DE82-1EAB-E786-6F9D887278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3544" y="4453813"/>
            <a:ext cx="6655522" cy="1545336"/>
          </a:xfrm>
        </p:spPr>
        <p:txBody>
          <a:bodyPr anchor="b">
            <a:normAutofit/>
          </a:bodyPr>
          <a:lstStyle/>
          <a:p>
            <a:pPr algn="l"/>
            <a:endParaRPr lang="de-DE" sz="2200"/>
          </a:p>
        </p:txBody>
      </p:sp>
    </p:spTree>
    <p:extLst>
      <p:ext uri="{BB962C8B-B14F-4D97-AF65-F5344CB8AC3E}">
        <p14:creationId xmlns:p14="http://schemas.microsoft.com/office/powerpoint/2010/main" val="1357013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7329988-FFDF-454D-3162-2E365D8048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3CCC23-F2AD-329A-4224-090487C5E5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8852" y="548643"/>
            <a:ext cx="10860097" cy="3635797"/>
          </a:xfrm>
        </p:spPr>
        <p:txBody>
          <a:bodyPr anchor="t">
            <a:normAutofit/>
          </a:bodyPr>
          <a:lstStyle/>
          <a:p>
            <a:pPr algn="l"/>
            <a:r>
              <a:rPr lang="de-DE" sz="7000" dirty="0"/>
              <a:t>All Scenarios In </a:t>
            </a:r>
            <a:r>
              <a:rPr lang="de-DE" sz="7000" dirty="0" err="1"/>
              <a:t>one</a:t>
            </a:r>
            <a:endParaRPr lang="de-DE" sz="7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877053-FCF6-5C6A-2E7A-A4420CE9F6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3544" y="4453813"/>
            <a:ext cx="6655522" cy="1545336"/>
          </a:xfrm>
        </p:spPr>
        <p:txBody>
          <a:bodyPr anchor="b">
            <a:normAutofit/>
          </a:bodyPr>
          <a:lstStyle/>
          <a:p>
            <a:pPr algn="l"/>
            <a:endParaRPr lang="de-DE" sz="2200"/>
          </a:p>
        </p:txBody>
      </p:sp>
    </p:spTree>
    <p:extLst>
      <p:ext uri="{BB962C8B-B14F-4D97-AF65-F5344CB8AC3E}">
        <p14:creationId xmlns:p14="http://schemas.microsoft.com/office/powerpoint/2010/main" val="2965525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7329988-FFDF-454D-3162-2E365D8048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87638C-F7A1-4DEA-3954-32FFA637D8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8853" y="548643"/>
            <a:ext cx="7437008" cy="3635797"/>
          </a:xfrm>
        </p:spPr>
        <p:txBody>
          <a:bodyPr anchor="t">
            <a:normAutofit/>
          </a:bodyPr>
          <a:lstStyle/>
          <a:p>
            <a:pPr algn="l"/>
            <a:r>
              <a:rPr lang="de-DE" sz="7000"/>
              <a:t>Live UPPAAL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20BCF4-1D65-FD20-2BB2-D768C5CA00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3544" y="4453813"/>
            <a:ext cx="6655522" cy="1545336"/>
          </a:xfrm>
        </p:spPr>
        <p:txBody>
          <a:bodyPr anchor="b">
            <a:normAutofit/>
          </a:bodyPr>
          <a:lstStyle/>
          <a:p>
            <a:pPr algn="l"/>
            <a:endParaRPr lang="de-DE" sz="2200"/>
          </a:p>
        </p:txBody>
      </p:sp>
    </p:spTree>
    <p:extLst>
      <p:ext uri="{BB962C8B-B14F-4D97-AF65-F5344CB8AC3E}">
        <p14:creationId xmlns:p14="http://schemas.microsoft.com/office/powerpoint/2010/main" val="1451873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7329988-FFDF-454D-3162-2E365D8048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F8F361-A97B-5938-8266-3740953EA9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8852" y="548643"/>
            <a:ext cx="10589435" cy="3635797"/>
          </a:xfrm>
        </p:spPr>
        <p:txBody>
          <a:bodyPr anchor="t">
            <a:normAutofit/>
          </a:bodyPr>
          <a:lstStyle/>
          <a:p>
            <a:pPr algn="l"/>
            <a:r>
              <a:rPr lang="de-DE" sz="7000" dirty="0"/>
              <a:t>Carla Dataset </a:t>
            </a:r>
            <a:r>
              <a:rPr lang="de-DE" sz="7000" dirty="0" err="1"/>
              <a:t>Filtering</a:t>
            </a:r>
            <a:endParaRPr lang="de-DE" sz="7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605B3B-5E32-0C2B-7DDA-81D48B8136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3544" y="4453813"/>
            <a:ext cx="6655522" cy="1545336"/>
          </a:xfrm>
        </p:spPr>
        <p:txBody>
          <a:bodyPr anchor="b">
            <a:normAutofit/>
          </a:bodyPr>
          <a:lstStyle/>
          <a:p>
            <a:pPr algn="l"/>
            <a:r>
              <a:rPr lang="de-DE" sz="2200" dirty="0"/>
              <a:t>Open CV</a:t>
            </a:r>
          </a:p>
        </p:txBody>
      </p:sp>
    </p:spTree>
    <p:extLst>
      <p:ext uri="{BB962C8B-B14F-4D97-AF65-F5344CB8AC3E}">
        <p14:creationId xmlns:p14="http://schemas.microsoft.com/office/powerpoint/2010/main" val="1715291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7329988-FFDF-454D-3162-2E365D8048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CC2175-D877-6B37-EB7F-F2BA14D0D4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8852" y="548643"/>
            <a:ext cx="11006401" cy="3635797"/>
          </a:xfrm>
        </p:spPr>
        <p:txBody>
          <a:bodyPr anchor="t">
            <a:normAutofit/>
          </a:bodyPr>
          <a:lstStyle/>
          <a:p>
            <a:pPr algn="l"/>
            <a:r>
              <a:rPr lang="de-DE" sz="7000" dirty="0"/>
              <a:t>Classes &amp; SVM Training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1CA252-63DF-DA1D-5F4E-F572AD119A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3544" y="4453813"/>
            <a:ext cx="6655522" cy="1545336"/>
          </a:xfrm>
        </p:spPr>
        <p:txBody>
          <a:bodyPr anchor="b">
            <a:normAutofit/>
          </a:bodyPr>
          <a:lstStyle/>
          <a:p>
            <a:pPr algn="l"/>
            <a:endParaRPr lang="de-DE" sz="2200"/>
          </a:p>
        </p:txBody>
      </p:sp>
    </p:spTree>
    <p:extLst>
      <p:ext uri="{BB962C8B-B14F-4D97-AF65-F5344CB8AC3E}">
        <p14:creationId xmlns:p14="http://schemas.microsoft.com/office/powerpoint/2010/main" val="2537035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7329988-FFDF-454D-3162-2E365D8048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46F8E2-3DB8-E5FD-0BD1-9C8D97325B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8853" y="548643"/>
            <a:ext cx="10523598" cy="3635797"/>
          </a:xfrm>
        </p:spPr>
        <p:txBody>
          <a:bodyPr anchor="t">
            <a:normAutofit/>
          </a:bodyPr>
          <a:lstStyle/>
          <a:p>
            <a:pPr algn="l"/>
            <a:r>
              <a:rPr lang="de-DE" sz="7000" dirty="0"/>
              <a:t>Evaluation &amp; </a:t>
            </a:r>
            <a:r>
              <a:rPr lang="de-DE" sz="7000" dirty="0" err="1"/>
              <a:t>Prediction</a:t>
            </a:r>
            <a:endParaRPr lang="de-DE" sz="7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DA4008-2DF5-EE4A-0F12-573FF18834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3544" y="4453813"/>
            <a:ext cx="6655522" cy="1545336"/>
          </a:xfrm>
        </p:spPr>
        <p:txBody>
          <a:bodyPr anchor="b">
            <a:normAutofit/>
          </a:bodyPr>
          <a:lstStyle/>
          <a:p>
            <a:pPr algn="l"/>
            <a:endParaRPr lang="de-DE" sz="2200"/>
          </a:p>
        </p:txBody>
      </p:sp>
    </p:spTree>
    <p:extLst>
      <p:ext uri="{BB962C8B-B14F-4D97-AF65-F5344CB8AC3E}">
        <p14:creationId xmlns:p14="http://schemas.microsoft.com/office/powerpoint/2010/main" val="2726118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7329988-FFDF-454D-3162-2E365D8048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03E0AD-F494-BF79-F298-ECAC6B68CD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2337" y="425352"/>
            <a:ext cx="11301984" cy="3957669"/>
          </a:xfrm>
        </p:spPr>
        <p:txBody>
          <a:bodyPr anchor="t">
            <a:normAutofit/>
          </a:bodyPr>
          <a:lstStyle/>
          <a:p>
            <a:pPr algn="l"/>
            <a:r>
              <a:rPr lang="de-DE" sz="5000" dirty="0"/>
              <a:t>CARLA </a:t>
            </a:r>
            <a:r>
              <a:rPr lang="de-DE" sz="5400" dirty="0" err="1"/>
              <a:t>simulation</a:t>
            </a:r>
            <a:r>
              <a:rPr lang="de-DE" sz="5000" dirty="0"/>
              <a:t> Implementation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CBC26F-552D-1E3B-C109-BEF6ADE700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3544" y="4453813"/>
            <a:ext cx="6655522" cy="1545336"/>
          </a:xfrm>
        </p:spPr>
        <p:txBody>
          <a:bodyPr anchor="b">
            <a:normAutofit/>
          </a:bodyPr>
          <a:lstStyle/>
          <a:p>
            <a:pPr algn="l"/>
            <a:endParaRPr lang="de-DE" sz="2200"/>
          </a:p>
        </p:txBody>
      </p:sp>
    </p:spTree>
    <p:extLst>
      <p:ext uri="{BB962C8B-B14F-4D97-AF65-F5344CB8AC3E}">
        <p14:creationId xmlns:p14="http://schemas.microsoft.com/office/powerpoint/2010/main" val="214525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7329988-FFDF-454D-3162-2E365D8048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26F64F-349B-CF41-C071-D1B8B88F7E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8853" y="548643"/>
            <a:ext cx="7437008" cy="3635797"/>
          </a:xfrm>
        </p:spPr>
        <p:txBody>
          <a:bodyPr anchor="t">
            <a:normAutofit/>
          </a:bodyPr>
          <a:lstStyle/>
          <a:p>
            <a:pPr algn="l"/>
            <a:r>
              <a:rPr lang="de-DE" sz="7000"/>
              <a:t>Challenges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865A28-A492-EB9D-ADCB-FA76068A2C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3544" y="4453813"/>
            <a:ext cx="6655522" cy="1545336"/>
          </a:xfrm>
        </p:spPr>
        <p:txBody>
          <a:bodyPr anchor="b">
            <a:normAutofit/>
          </a:bodyPr>
          <a:lstStyle/>
          <a:p>
            <a:pPr algn="l"/>
            <a:endParaRPr lang="de-DE" sz="2200"/>
          </a:p>
        </p:txBody>
      </p:sp>
    </p:spTree>
    <p:extLst>
      <p:ext uri="{BB962C8B-B14F-4D97-AF65-F5344CB8AC3E}">
        <p14:creationId xmlns:p14="http://schemas.microsoft.com/office/powerpoint/2010/main" val="1567111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7329988-FFDF-454D-3162-2E365D8048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061E44-F221-1215-BAAC-F3F5286F95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8853" y="548643"/>
            <a:ext cx="9484840" cy="3635797"/>
          </a:xfrm>
        </p:spPr>
        <p:txBody>
          <a:bodyPr anchor="t">
            <a:normAutofit/>
          </a:bodyPr>
          <a:lstStyle/>
          <a:p>
            <a:pPr algn="l"/>
            <a:r>
              <a:rPr lang="de-DE" sz="7000" dirty="0"/>
              <a:t>Future </a:t>
            </a:r>
            <a:r>
              <a:rPr lang="de-DE" sz="7000" dirty="0" err="1"/>
              <a:t>Directions</a:t>
            </a:r>
            <a:endParaRPr lang="de-DE" sz="7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83ADA1-D1DD-5625-04C1-3CDE8BD037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3544" y="4453813"/>
            <a:ext cx="6655522" cy="1545336"/>
          </a:xfrm>
        </p:spPr>
        <p:txBody>
          <a:bodyPr anchor="b">
            <a:normAutofit/>
          </a:bodyPr>
          <a:lstStyle/>
          <a:p>
            <a:pPr algn="l"/>
            <a:endParaRPr lang="de-DE" sz="2200"/>
          </a:p>
        </p:txBody>
      </p:sp>
    </p:spTree>
    <p:extLst>
      <p:ext uri="{BB962C8B-B14F-4D97-AF65-F5344CB8AC3E}">
        <p14:creationId xmlns:p14="http://schemas.microsoft.com/office/powerpoint/2010/main" val="2880934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7329988-FFDF-454D-3162-2E365D8048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172D91-BFCE-E23E-31A5-1FD7CED03E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8853" y="548643"/>
            <a:ext cx="7437008" cy="3635797"/>
          </a:xfrm>
        </p:spPr>
        <p:txBody>
          <a:bodyPr anchor="t">
            <a:normAutofit/>
          </a:bodyPr>
          <a:lstStyle/>
          <a:p>
            <a:pPr algn="l"/>
            <a:r>
              <a:rPr lang="de-DE" sz="7000" dirty="0" err="1"/>
              <a:t>Conclusion</a:t>
            </a:r>
            <a:endParaRPr lang="de-DE" sz="7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9ADE62-EFD2-70B5-E20A-276F99D56F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3544" y="4453813"/>
            <a:ext cx="6655522" cy="1545336"/>
          </a:xfrm>
        </p:spPr>
        <p:txBody>
          <a:bodyPr anchor="b">
            <a:normAutofit/>
          </a:bodyPr>
          <a:lstStyle/>
          <a:p>
            <a:pPr algn="l"/>
            <a:endParaRPr lang="de-DE" sz="2200"/>
          </a:p>
        </p:txBody>
      </p:sp>
    </p:spTree>
    <p:extLst>
      <p:ext uri="{BB962C8B-B14F-4D97-AF65-F5344CB8AC3E}">
        <p14:creationId xmlns:p14="http://schemas.microsoft.com/office/powerpoint/2010/main" val="516682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4669A-96E8-BB95-C22F-720D255460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9364" y="362077"/>
            <a:ext cx="2986051" cy="1098508"/>
          </a:xfrm>
        </p:spPr>
        <p:txBody>
          <a:bodyPr>
            <a:normAutofit fontScale="90000"/>
          </a:bodyPr>
          <a:lstStyle/>
          <a:p>
            <a:r>
              <a:rPr lang="de-DE" dirty="0"/>
              <a:t>References: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B73D99-3B36-850B-DF1D-4FA70FCE83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1568681"/>
            <a:ext cx="11228832" cy="1414091"/>
          </a:xfrm>
        </p:spPr>
        <p:txBody>
          <a:bodyPr/>
          <a:lstStyle/>
          <a:p>
            <a:r>
              <a:rPr lang="de-DE" dirty="0"/>
              <a:t>[1]: </a:t>
            </a:r>
            <a:r>
              <a:rPr lang="en-US" sz="900" dirty="0">
                <a:hlinkClick r:id="rId2"/>
              </a:rPr>
              <a:t>Stock-Illustration „futuristic trucks fleet on highway with full self driving system activated for transportation autonomy concepts as wide banner with copy space area - Generative AI“ | Adobe Stock</a:t>
            </a:r>
            <a:endParaRPr lang="de-DE" sz="900" dirty="0"/>
          </a:p>
          <a:p>
            <a:endParaRPr lang="de-DE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E12E7E6-CC4B-7862-0E0A-38FB25FAB4F8}"/>
              </a:ext>
            </a:extLst>
          </p:cNvPr>
          <p:cNvCxnSpPr/>
          <p:nvPr/>
        </p:nvCxnSpPr>
        <p:spPr>
          <a:xfrm>
            <a:off x="583007" y="1460585"/>
            <a:ext cx="1108940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629207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APTIONID" val="d3ed5f1b-a45f-4c4b-aa54-7fef19b64703"/>
  <p:tag name="TEMPPRESENTATIONFILE" val="C:\Users\Mohamed Abdo\AppData\Local\Temp\tmpC309.tmp"/>
  <p:tag name="TEMPMEDIAFILENAME" val="C:\Users\Mohamed Abdo\AppData\Local\Temp\tmpC367_20250623-0847-37.5998147"/>
  <p:tag name="MEDIAFADEDURATION" val="0.2"/>
  <p:tag name="MEDIATRANSPARENCY" val="0.3"/>
  <p:tag name="MEDIACAPTIONSPROMPTED" val="False"/>
</p:tagLst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90</Words>
  <Application>Microsoft Office PowerPoint</Application>
  <PresentationFormat>Widescreen</PresentationFormat>
  <Paragraphs>22</Paragraphs>
  <Slides>15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Neue Haas Grotesk Text Pro</vt:lpstr>
      <vt:lpstr>VanillaVTI</vt:lpstr>
      <vt:lpstr>Truck Platooning &amp; SVM Implementation</vt:lpstr>
      <vt:lpstr>Motivation</vt:lpstr>
      <vt:lpstr>Scenario(1)</vt:lpstr>
      <vt:lpstr>Scenario(2)</vt:lpstr>
      <vt:lpstr>Scenario(3)</vt:lpstr>
      <vt:lpstr>All Scenarios In one</vt:lpstr>
      <vt:lpstr>Live UPPAAL</vt:lpstr>
      <vt:lpstr>Carla Dataset Filtering</vt:lpstr>
      <vt:lpstr>Classes &amp; SVM Training</vt:lpstr>
      <vt:lpstr>Evaluation &amp; Prediction</vt:lpstr>
      <vt:lpstr>CARLA simulation Implementation</vt:lpstr>
      <vt:lpstr>Challenges</vt:lpstr>
      <vt:lpstr>Future Directions</vt:lpstr>
      <vt:lpstr>Conclusion</vt:lpstr>
      <vt:lpstr>References: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Mohamed Abdo</dc:creator>
  <cp:lastModifiedBy>Mohamed Abdo</cp:lastModifiedBy>
  <cp:revision>4</cp:revision>
  <dcterms:created xsi:type="dcterms:W3CDTF">2025-06-17T00:42:29Z</dcterms:created>
  <dcterms:modified xsi:type="dcterms:W3CDTF">2025-06-24T10:02:36Z</dcterms:modified>
</cp:coreProperties>
</file>